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Noto Sans Bold"/>
      <p:regular r:id="rId201314"/>
    </p:embeddedFont>
    <p:embeddedFont>
      <p:font typeface="Noto Sans"/>
      <p:regular r:id="rId201315"/>
    </p:embeddedFont>
    <p:embeddedFont>
      <p:font typeface="Noto Sans Medium"/>
      <p:regular r:id="rId201316"/>
    </p:embeddedFont>
    <p:embeddedFont>
      <p:font typeface="Sora Medium"/>
      <p:regular r:id="rId201317"/>
    </p:embeddedFont>
    <p:embeddedFont>
      <p:font typeface="Sora"/>
      <p:regular r:id="rId201318"/>
    </p:embeddedFont>
    <p:embeddedFont>
      <p:font typeface="Sora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1628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Groq CSV AI Agent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37187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Chat with your CSV data and generate AI-powered visualizations — powered by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Groq Llama 3.3 70B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LangChain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Fast, interactive, and built for data professionals.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211785"/>
            <a:ext cx="624483" cy="215354"/>
          </a:xfrm>
          <a:prstGeom prst="roundRect">
            <a:avLst>
              <a:gd name="adj" fmla="val 7900"/>
            </a:avLst>
          </a:prstGeom>
          <a:solidFill>
            <a:srgbClr val="00184D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254276"/>
            <a:ext cx="91157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620444" y="3211785"/>
            <a:ext cx="500137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97B8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05499" y="3254276"/>
            <a:ext cx="78722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GROQ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191423" y="3211785"/>
            <a:ext cx="823168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97B8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76478" y="3254276"/>
            <a:ext cx="111025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LANGCHAIN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85433" y="3211785"/>
            <a:ext cx="764902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97B8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0488" y="3254276"/>
            <a:ext cx="105199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STREAMLIT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9426"/>
            <a:ext cx="4722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What Can It Do?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3925119" y="972592"/>
            <a:ext cx="4722763" cy="712812"/>
          </a:xfrm>
          <a:prstGeom prst="roundRect">
            <a:avLst>
              <a:gd name="adj" fmla="val 2657"/>
            </a:avLst>
          </a:prstGeom>
          <a:solidFill>
            <a:srgbClr val="26262B"/>
          </a:solidFill>
          <a:ln/>
        </p:spPr>
      </p:sp>
      <p:sp>
        <p:nvSpPr>
          <p:cNvPr id="5" name="Text 2"/>
          <p:cNvSpPr/>
          <p:nvPr/>
        </p:nvSpPr>
        <p:spPr>
          <a:xfrm>
            <a:off x="4051325" y="1098798"/>
            <a:ext cx="4470350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💬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Natural Language Chat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51325" y="1368251"/>
            <a:ext cx="447035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Ask questions about your CSV data in plain English — no SQL required.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925119" y="1797844"/>
            <a:ext cx="4722763" cy="903759"/>
          </a:xfrm>
          <a:prstGeom prst="roundRect">
            <a:avLst>
              <a:gd name="adj" fmla="val 2096"/>
            </a:avLst>
          </a:prstGeom>
          <a:solidFill>
            <a:srgbClr val="26262B"/>
          </a:solidFill>
          <a:ln/>
        </p:spPr>
      </p:sp>
      <p:sp>
        <p:nvSpPr>
          <p:cNvPr id="8" name="Text 5"/>
          <p:cNvSpPr/>
          <p:nvPr/>
        </p:nvSpPr>
        <p:spPr>
          <a:xfrm>
            <a:off x="4051325" y="1924050"/>
            <a:ext cx="4470350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AI-Powered Analysis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51325" y="2193503"/>
            <a:ext cx="447035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Groq's Llama 3.3 70B interprets your data and generates intelligent insights.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25119" y="2814042"/>
            <a:ext cx="4722763" cy="903759"/>
          </a:xfrm>
          <a:prstGeom prst="roundRect">
            <a:avLst>
              <a:gd name="adj" fmla="val 2096"/>
            </a:avLst>
          </a:prstGeom>
          <a:solidFill>
            <a:srgbClr val="26262B"/>
          </a:solidFill>
          <a:ln/>
        </p:spPr>
      </p:sp>
      <p:sp>
        <p:nvSpPr>
          <p:cNvPr id="11" name="Text 8"/>
          <p:cNvSpPr/>
          <p:nvPr/>
        </p:nvSpPr>
        <p:spPr>
          <a:xfrm>
            <a:off x="4051325" y="2940248"/>
            <a:ext cx="4470350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Auto Visualizations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051325" y="3209702"/>
            <a:ext cx="447035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Matplotlib and Seaborn charts are generated automatically based on your query.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25119" y="3830241"/>
            <a:ext cx="4722763" cy="903759"/>
          </a:xfrm>
          <a:prstGeom prst="roundRect">
            <a:avLst>
              <a:gd name="adj" fmla="val 2096"/>
            </a:avLst>
          </a:prstGeom>
          <a:solidFill>
            <a:srgbClr val="26262B"/>
          </a:solidFill>
          <a:ln/>
        </p:spPr>
      </p:sp>
      <p:sp>
        <p:nvSpPr>
          <p:cNvPr id="14" name="Text 11"/>
          <p:cNvSpPr/>
          <p:nvPr/>
        </p:nvSpPr>
        <p:spPr>
          <a:xfrm>
            <a:off x="4051325" y="3956447"/>
            <a:ext cx="4470350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Fast &amp; Interactive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51325" y="4225900"/>
            <a:ext cx="447035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Streamlit UI delivers a responsive, real-time experience for rapid exploration.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Under the Hood: Tech Stack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92412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Why This Stack?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44291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Each tool plays a critical role in the pipeline: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666702"/>
            <a:ext cx="3986733" cy="3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Groq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delivers ultra-fast LLM inference for real-time responses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LangChain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orchestrates the agent's reasoning and tool calls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Pandas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handles data loading and transformation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Streamlit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provides a zero-config interactive UI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3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How It Works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177826"/>
            <a:ext cx="6339185" cy="2901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6361" y="3390124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Get Analysis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56456" y="3275491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Ask Question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64702" y="3275491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Enter API Key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40341" y="3390124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Upload CSV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23855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agent parses your uploaded CSV, interprets your question through the Groq LLM, executes the appropriate data operation via LangChain, and returns both a textual answer and a generated chart — all in seconds.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851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Live Demo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6501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See the Groq CSV AI Agent in action — upload a dataset, ask a question, and watch AI-generated insights and visualizations appear instantly.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095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Getting Started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70310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Installation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6119" y="1526307"/>
            <a:ext cx="3911054" cy="1134814"/>
          </a:xfrm>
          <a:prstGeom prst="roundRect">
            <a:avLst>
              <a:gd name="adj" fmla="val 1786"/>
            </a:avLst>
          </a:prstGeom>
          <a:solidFill>
            <a:srgbClr val="141419"/>
          </a:solidFill>
          <a:ln/>
        </p:spPr>
      </p:sp>
      <p:sp>
        <p:nvSpPr>
          <p:cNvPr id="5" name="Text 3"/>
          <p:cNvSpPr/>
          <p:nvPr/>
        </p:nvSpPr>
        <p:spPr>
          <a:xfrm>
            <a:off x="658192" y="1661368"/>
            <a:ext cx="3586907" cy="864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https://github.com/your-username/groq-csv-ai-agent.git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groq-csv-ai-agent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6119" y="2806005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🔑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Run the 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6119" y="3162002"/>
            <a:ext cx="3911054" cy="486296"/>
          </a:xfrm>
          <a:prstGeom prst="roundRect">
            <a:avLst>
              <a:gd name="adj" fmla="val 4168"/>
            </a:avLst>
          </a:prstGeom>
          <a:solidFill>
            <a:srgbClr val="141419"/>
          </a:solidFill>
          <a:ln/>
        </p:spPr>
      </p:sp>
      <p:sp>
        <p:nvSpPr>
          <p:cNvPr id="8" name="Text 6"/>
          <p:cNvSpPr/>
          <p:nvPr/>
        </p:nvSpPr>
        <p:spPr>
          <a:xfrm>
            <a:off x="658192" y="3297064"/>
            <a:ext cx="4044107" cy="216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6119" y="3793182"/>
            <a:ext cx="43682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 your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Groq API Key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 the UI to get started.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41590" y="1170310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📂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Project Structure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1590" y="1526307"/>
            <a:ext cx="3911054" cy="85918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971901" y="1680418"/>
            <a:ext cx="35266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app.py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71901" y="2020267"/>
            <a:ext cx="35266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 Streamlit application with agent logic and UI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1590" y="2514228"/>
            <a:ext cx="3911054" cy="107029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71901" y="2668339"/>
            <a:ext cx="35266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requirements.txt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971901" y="3008188"/>
            <a:ext cx="352663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Python dependencies: Groq, LangChain, Pandas, Streamlit</a:t>
            </a:r>
            <a:endParaRPr lang="en-US" sz="10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1590" y="3713262"/>
            <a:ext cx="3911054" cy="85918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71901" y="3867373"/>
            <a:ext cx="35266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971901" y="4207222"/>
            <a:ext cx="35266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Setup instructions and usage examples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7267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Usage: Ask Anything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72826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Once your CSV is uploaded, the agent understands your data schema and responds to natural language queries instantly.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2341364"/>
            <a:ext cx="2290465" cy="9072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7877" y="2483123"/>
            <a:ext cx="20069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"What is the average sales?"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342" y="2341364"/>
            <a:ext cx="2290539" cy="9072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070101" y="2483123"/>
            <a:ext cx="20070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"Show top 10 categories by revenue"</a:t>
            </a:r>
            <a:endParaRPr lang="en-US" sz="11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390379"/>
            <a:ext cx="4722763" cy="68044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7877" y="3532138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"Plot monthly trends over time"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128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What's Next: Roadmap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934965"/>
            <a:ext cx="8151763" cy="19050"/>
          </a:xfrm>
          <a:prstGeom prst="roundRect">
            <a:avLst>
              <a:gd name="adj" fmla="val 50000"/>
            </a:avLst>
          </a:prstGeom>
          <a:solidFill>
            <a:srgbClr val="3F3F44"/>
          </a:solidFill>
          <a:ln/>
        </p:spPr>
      </p:sp>
      <p:sp>
        <p:nvSpPr>
          <p:cNvPr id="4" name="Shape 2"/>
          <p:cNvSpPr/>
          <p:nvPr/>
        </p:nvSpPr>
        <p:spPr>
          <a:xfrm>
            <a:off x="2063725" y="2509689"/>
            <a:ext cx="19050" cy="425276"/>
          </a:xfrm>
          <a:prstGeom prst="roundRect">
            <a:avLst>
              <a:gd name="adj" fmla="val 50000"/>
            </a:avLst>
          </a:prstGeom>
          <a:solidFill>
            <a:srgbClr val="3F3F44"/>
          </a:solidFill>
          <a:ln/>
        </p:spPr>
      </p:sp>
      <p:sp>
        <p:nvSpPr>
          <p:cNvPr id="5" name="Shape 3"/>
          <p:cNvSpPr/>
          <p:nvPr/>
        </p:nvSpPr>
        <p:spPr>
          <a:xfrm>
            <a:off x="1913781" y="2775496"/>
            <a:ext cx="318939" cy="318939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6" name="Text 4"/>
          <p:cNvSpPr/>
          <p:nvPr/>
        </p:nvSpPr>
        <p:spPr>
          <a:xfrm>
            <a:off x="1966950" y="2802062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37877" y="1607790"/>
            <a:ext cx="28708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Export Options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7877" y="1914302"/>
            <a:ext cx="28708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Download generated charts as PNG and analysis results as CSV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29558" y="2934965"/>
            <a:ext cx="19050" cy="425276"/>
          </a:xfrm>
          <a:prstGeom prst="roundRect">
            <a:avLst>
              <a:gd name="adj" fmla="val 50000"/>
            </a:avLst>
          </a:prstGeom>
          <a:solidFill>
            <a:srgbClr val="3F3F44"/>
          </a:solidFill>
          <a:ln/>
        </p:spPr>
      </p:sp>
      <p:sp>
        <p:nvSpPr>
          <p:cNvPr id="10" name="Shape 8"/>
          <p:cNvSpPr/>
          <p:nvPr/>
        </p:nvSpPr>
        <p:spPr>
          <a:xfrm>
            <a:off x="3579614" y="2775496"/>
            <a:ext cx="318939" cy="318939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11" name="Text 9"/>
          <p:cNvSpPr/>
          <p:nvPr/>
        </p:nvSpPr>
        <p:spPr>
          <a:xfrm>
            <a:off x="3632783" y="2802062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303636" y="3502000"/>
            <a:ext cx="28708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Dashboard Mode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303636" y="3808512"/>
            <a:ext cx="28708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Pin multiple visualizations into a persistent, shareable dashboard view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5317" y="2509689"/>
            <a:ext cx="19050" cy="425276"/>
          </a:xfrm>
          <a:prstGeom prst="roundRect">
            <a:avLst>
              <a:gd name="adj" fmla="val 50000"/>
            </a:avLst>
          </a:prstGeom>
          <a:solidFill>
            <a:srgbClr val="3F3F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245373" y="2775496"/>
            <a:ext cx="318939" cy="318939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16" name="Text 14"/>
          <p:cNvSpPr/>
          <p:nvPr/>
        </p:nvSpPr>
        <p:spPr>
          <a:xfrm>
            <a:off x="5298542" y="2802062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969395" y="1607790"/>
            <a:ext cx="28708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Multi-File Upload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969395" y="1914302"/>
            <a:ext cx="28708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Support joining and analyzing multiple CSV files in a single session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61150" y="2934965"/>
            <a:ext cx="19050" cy="425276"/>
          </a:xfrm>
          <a:prstGeom prst="roundRect">
            <a:avLst>
              <a:gd name="adj" fmla="val 50000"/>
            </a:avLst>
          </a:prstGeom>
          <a:solidFill>
            <a:srgbClr val="3F3F44"/>
          </a:solidFill>
          <a:ln/>
        </p:spPr>
      </p:sp>
      <p:sp>
        <p:nvSpPr>
          <p:cNvPr id="20" name="Shape 18"/>
          <p:cNvSpPr/>
          <p:nvPr/>
        </p:nvSpPr>
        <p:spPr>
          <a:xfrm>
            <a:off x="6911206" y="2775496"/>
            <a:ext cx="318939" cy="318939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21" name="Text 19"/>
          <p:cNvSpPr/>
          <p:nvPr/>
        </p:nvSpPr>
        <p:spPr>
          <a:xfrm>
            <a:off x="6964375" y="2802062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635228" y="3502000"/>
            <a:ext cx="28708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Cloud Deploy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35228" y="3808512"/>
            <a:ext cx="28708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One-click deployment on Streamlit Cloud for team access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387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Why Groq CSV AI Agent?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9122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70B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43616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Parameter LLM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74267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Llama 3.3 delivers deep reasoning for complex data questions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2433" y="179122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272433" y="243616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Simple Steps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274267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Upload, ask, visualize — insights in seconds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8747" y="179122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0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048747" y="243616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SQL Required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8747" y="274267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Natural language replaces complex query syntax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355777"/>
            <a:ext cx="8151763" cy="793775"/>
          </a:xfrm>
          <a:prstGeom prst="roundRect">
            <a:avLst>
              <a:gd name="adj" fmla="val 2679"/>
            </a:avLst>
          </a:prstGeom>
          <a:solidFill>
            <a:srgbClr val="002880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556546"/>
            <a:ext cx="177180" cy="1417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56816" y="3532956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Built by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Sweeti Yuonate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Data Analyst specializing in Python, SQL, and Power BI. Open to contributions and collaboration.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48866"/>
            <a:ext cx="4722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Get Involved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3925119" y="1051024"/>
            <a:ext cx="472276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is an open-source project — contributions, feedback, and stars are welcome!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925119" y="1603102"/>
            <a:ext cx="2299097" cy="1689422"/>
          </a:xfrm>
          <a:prstGeom prst="roundRect">
            <a:avLst>
              <a:gd name="adj" fmla="val 1180"/>
            </a:avLst>
          </a:prstGeom>
          <a:solidFill>
            <a:srgbClr val="26262B"/>
          </a:solidFill>
          <a:ln/>
        </p:spPr>
      </p:sp>
      <p:sp>
        <p:nvSpPr>
          <p:cNvPr id="6" name="Shape 3"/>
          <p:cNvSpPr/>
          <p:nvPr/>
        </p:nvSpPr>
        <p:spPr>
          <a:xfrm>
            <a:off x="4058022" y="1736006"/>
            <a:ext cx="398711" cy="398711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7634" y="1845618"/>
            <a:ext cx="179412" cy="1794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58022" y="2259285"/>
            <a:ext cx="203329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Contribute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058022" y="2541687"/>
            <a:ext cx="203329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Submit pull requests to add features, fix bugs, or improve documentation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348785" y="1603102"/>
            <a:ext cx="2299097" cy="1689422"/>
          </a:xfrm>
          <a:prstGeom prst="roundRect">
            <a:avLst>
              <a:gd name="adj" fmla="val 1180"/>
            </a:avLst>
          </a:prstGeom>
          <a:solidFill>
            <a:srgbClr val="26262B"/>
          </a:solidFill>
          <a:ln/>
        </p:spPr>
      </p:sp>
      <p:sp>
        <p:nvSpPr>
          <p:cNvPr id="11" name="Shape 7"/>
          <p:cNvSpPr/>
          <p:nvPr/>
        </p:nvSpPr>
        <p:spPr>
          <a:xfrm>
            <a:off x="6481688" y="1736006"/>
            <a:ext cx="398711" cy="398711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1300" y="1845618"/>
            <a:ext cx="179412" cy="1794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81688" y="2259285"/>
            <a:ext cx="203329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Star the Repo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481688" y="2541687"/>
            <a:ext cx="203329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Show support on GitHub — it helps the project grow and reach more data professionals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925119" y="3417094"/>
            <a:ext cx="4722763" cy="1277466"/>
          </a:xfrm>
          <a:prstGeom prst="roundRect">
            <a:avLst>
              <a:gd name="adj" fmla="val 1561"/>
            </a:avLst>
          </a:prstGeom>
          <a:solidFill>
            <a:srgbClr val="26262B"/>
          </a:solidFill>
          <a:ln/>
        </p:spPr>
      </p:sp>
      <p:sp>
        <p:nvSpPr>
          <p:cNvPr id="16" name="Shape 11"/>
          <p:cNvSpPr/>
          <p:nvPr/>
        </p:nvSpPr>
        <p:spPr>
          <a:xfrm>
            <a:off x="4058022" y="3549997"/>
            <a:ext cx="398711" cy="398711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67634" y="3659609"/>
            <a:ext cx="179412" cy="1794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058022" y="4073277"/>
            <a:ext cx="445695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Share Feedback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058022" y="4355678"/>
            <a:ext cx="445695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 issues for feature requests, bugs, or ideas to shape the roadmap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2026-08-04T11:31:58Z</dcterms:created>
  <dcterms:modified xsi:type="dcterms:W3CDTF">2026-08-04T11:31:58Z</dcterms:modified>
</cp:coreProperties>
</file>